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OC · DATA SCIENTIST FREELANCE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intelligent de recommandation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d'événements culturels (POC RAG)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Mistral  ·  FAISS  ·  FastAPI  ·  Docker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4864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TheMoJd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· 2026-05-03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1/14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Puls-Events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— plateforme de recommandation culturelle personnalisée.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chatbot RAG capable de répondre en langage naturel sur les événements culturels à venir, à partir de l'API Open Agenda.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livrable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complet : RAG fonctionnel + API REST + tests + Ragas + Docker + démo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23560" y="120700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3121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170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72200" y="1389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0" y="187452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198424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08940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1947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72200" y="2167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jours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0" y="265176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23560" y="276148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86664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172200" y="2944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~1 564 chunks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0" y="342900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23560" y="353872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364388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72200" y="3502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172200" y="3721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+ FAISS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PROBLÉMATIQUE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RAG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5943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07008"/>
            <a:ext cx="384048" cy="38404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303020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155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Hallucine sur les événements ponctuels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d'entraînement figée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source vérifiable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Risque métier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97280"/>
            <a:ext cx="2743200" cy="594360"/>
          </a:xfrm>
          <a:prstGeom prst="rect">
            <a:avLst/>
          </a:prstGeom>
          <a:solidFill>
            <a:srgbClr val="FED7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02152" y="1207008"/>
            <a:ext cx="384048" cy="384048"/>
          </a:xfrm>
          <a:prstGeom prst="ellipse">
            <a:avLst/>
          </a:prstGeom>
          <a:solidFill>
            <a:srgbClr val="9A341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1303020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1155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mots-clés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18288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compréhension sémantique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lexical strict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expérience conversationnelle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747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17920" y="1097280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97280"/>
            <a:ext cx="2743200" cy="594360"/>
          </a:xfrm>
          <a:prstGeom prst="rect">
            <a:avLst/>
          </a:prstGeom>
          <a:solidFill>
            <a:srgbClr val="C7D2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82512" y="1207008"/>
            <a:ext cx="384048" cy="384048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1303020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1155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0" y="18288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sémantique (cosine)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naturelle ancrée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 + datées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5508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 bon choix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8288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0" y="12344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25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7180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/rebuild /health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80560" y="1097280"/>
            <a:ext cx="18288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12344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RAGChain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8348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92240" y="1097280"/>
            <a:ext cx="2194560" cy="914400"/>
          </a:xfrm>
          <a:prstGeom prst="rect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12344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2588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API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9516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 rot="5400000">
            <a:off x="2286000" y="1508760"/>
            <a:ext cx="182880" cy="914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 rot="5400000">
            <a:off x="4297680" y="1508760"/>
            <a:ext cx="182880" cy="914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rot="5400000">
            <a:off x="6309360" y="1508760"/>
            <a:ext cx="182880" cy="914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25603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2560320"/>
            <a:ext cx="54864" cy="14630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85750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FAISS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23444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 chunks · 1024 dim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+ L2 norm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exacte · &lt; 50 ms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663440" y="25603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63440" y="2560320"/>
            <a:ext cx="54864" cy="14630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285750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4068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Agenda (Opendatasoft)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44068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evenements-publics-openagenda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ODSQL : Paris + futur 120 j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daté · reproductible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utilisateur → /ask → embed question → search FAISS → filtre futurs → contexte XML → Mistral chat → réponse + sources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TECHNOLOGIES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1155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115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mistral-embed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dim, multilingue FR, imposé par le brief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génération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8470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mistral-medium-latest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qualité / coût / latence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311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vectoriel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3113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 IndexFlatIP + L2 norm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2311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exacte, &lt; 50 ms à 1.5K chunks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615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6151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c / 150 c overlap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9992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999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Pydantic, Swagger /docs auto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3832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+ React + TS + Tailwind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383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rapide, Markdown via react-markdown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67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37673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Ragas 0.2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767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métriques + juge mistral-medium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1513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15137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+ Docker Compose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41513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Frontend, déployable VPS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l'API à l'index FAISS · 5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276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Agenda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ODSQL where 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futur 120 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~1832 events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280160"/>
            <a:ext cx="16276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128016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801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48840" y="2011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37744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Filtre titres vides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Nullables → ''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 JSON daté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280160"/>
            <a:ext cx="16276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28016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2801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37744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RecursiveSplitter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 c / 150 c overlap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~1564 chunks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280160"/>
            <a:ext cx="16276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28016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2801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32120" y="2011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37744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mistral-embed (1024)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de 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numpy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280160"/>
            <a:ext cx="162763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280160"/>
            <a:ext cx="162763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2801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23760" y="2011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237744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normalize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vector_db/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 →  </a:t>
            </a:r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 →  </a:t>
            </a:r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M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scalaires (1024 × 1564 float32)  ·  ~6 MB index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RECHERCHE SÉMANTIQUE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cosine via produit scalaire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201168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vector_store.py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faiss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faiss.normalize_L2(embeddings)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faiss.IndexFlatIP(1024)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index.add(embeddings)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 search time: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faiss.normalize_L2(query)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scores, idx = index.search(query, 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L'astuce mathématique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276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‖u‖ = ‖v‖ = 1  alors  u·v = cos(u, v)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L2 normalize + Inner Product = Cosine exact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1460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514600"/>
            <a:ext cx="54864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IndexFlatIP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880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exhaustive → top-k garanti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 chunks → &lt; 50 ms par requête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 M → bascule HNSW / IVFPQ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   ·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précision   ·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MB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sur disque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GÉNÉRATION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Defense in depth · futurs uniquement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couches de protection contre les événements passés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81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59562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 · Indexation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ODSQL côté serveur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lastdate_end &gt;= today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firstdate_begin &lt;= today + 120 j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1481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59562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 · Retrieve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02152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_filter_past_events()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Over-retrieve k×2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puis garde futurs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1481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159562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 · Génération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82512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strict + date_iso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compare à today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ignore silencieux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8229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système · 5 règles non négociables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unique = bloc &lt;context&gt;, jamais d'invention.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event trouvé → "Je n'ai pas trouvé..." + suggestion d'élargir.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Hors-sujet (météo, code, politique) → "Je suis spécialisé...".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Anti-injection → traité comme hors-sujet.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(même titre + même date_iso) dédupliqués.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Frontend React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FastAPI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36192"/>
            <a:ext cx="64008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réponse + sources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76272"/>
            <a:ext cx="64008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762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Reconstruit l'index FAISS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16352"/>
            <a:ext cx="64008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163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+ taille index + modèle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56432"/>
            <a:ext cx="64008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auto-généré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150876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600200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2120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fluide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212080" y="1709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cliquables, animation d'attente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63440" y="205740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73168" y="214884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40280"/>
            <a:ext cx="182880" cy="18288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21208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événement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212080" y="2350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date, lieu, lien Open Agenda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663440" y="269748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773168" y="278892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880360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212080" y="2990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 · gras, listes, liens cliquables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663440" y="333756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773168" y="342900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520440"/>
            <a:ext cx="182880" cy="18288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2120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UX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212080" y="3630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is_refusal() masque les sources sur refus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DEPLOY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· prêt pour la prod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· 2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602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3.11-slim · FastAPI + Uvicorn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vector_db/ partagé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9946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: Node build →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/api → api:8000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Démarrage local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37760" y="1508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&amp; run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rebuild index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localhost:8000/rebuild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localhost:8000/ask -d '{...}'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9319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" y="4087368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20166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344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37560" y="39319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502152" y="4087368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420166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1480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1148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+ HTTPS auto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217920" y="39319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82512" y="4087368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4201668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9516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CORS, secrets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ÉVALUATION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Ragas · 4 métriques · 15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15 pts vs v1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au contexte (anti-hallucination)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9728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answer_relevancy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+5 pts vs v1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vs question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context_precision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92608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+35 pts vs v1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Utilité des chunks récupérés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42316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42316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context_recall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8660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+59 pts vs v1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faits du GT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3192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4057650"/>
            <a:ext cx="251460" cy="2514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  v1 → v2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Model-generated GT + validation humaine.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context_recall × 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(0.07 → 0.66) — l'éval doit refléter les données réellement indexées, pas les intuitions a priori.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DÉMO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scénarios à montrer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Cas nominal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Quels concerts à Paris ce week-end ? 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556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concerts JASS CLUB datés, géolocalisés, avec liens cliquables · cartes événement riches.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640080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Refus rule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Y a-t-il un concert de rap à Paris cet été ? 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986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n'ai pas trouvé d'event de rap..." + suggestion d'élargir · sources masquées (cohérence UX).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83280"/>
            <a:ext cx="64008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Refus rule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749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 est la météo à Paris demain ? 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0416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suis spécialisé dans les événements culturels..." · pas de cartes affichées.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48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207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POC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capé à 10 K events (Opendatasoft)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cache des questions fréquentes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rate-limit sur /ask (budget Mistral)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Agenda biaisé event institutionnel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Mono-ville (Paris hardcodé)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mémoire de conversation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1E1B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54864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3487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207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LRU · streaming · auth /rebuild · rate-limit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BM25+dense · re-ranker cross-encoder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463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Multi-villes · personnalisation · pipeline Ragas en CI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POC RAG  ·  Soutenance OC  ·  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023360"/>
            <a:ext cx="2743200" cy="27432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0"/>
            <a:ext cx="3657600" cy="3657600"/>
          </a:xfrm>
          <a:prstGeom prst="ellips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· QUESTIONS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 RAG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factuel, daté, déployable.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108960"/>
            <a:ext cx="54864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54864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context_recall v1→v2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TheMoJd · github.com/TheMoJd/RAG_Pulse_Events · Soutenance OC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Puls-Events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Puls-Events — POC RAG Cultural Events</dc:title>
  <dc:subject>PptxGenJS Presentation</dc:subject>
  <dc:creator>TheMoJd</dc:creator>
  <cp:lastModifiedBy>TheMoJd</cp:lastModifiedBy>
  <cp:revision>1</cp:revision>
  <dcterms:created xsi:type="dcterms:W3CDTF">2026-05-03T16:03:36Z</dcterms:created>
  <dcterms:modified xsi:type="dcterms:W3CDTF">2026-05-03T16:03:36Z</dcterms:modified>
</cp:coreProperties>
</file>